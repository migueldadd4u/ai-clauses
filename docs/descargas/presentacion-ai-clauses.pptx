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Delfina Lafuente Veira  ·  Dr. José Antonio Ondiviela García  ·  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ayuntamiento y tres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al criterio de su área de contratación. Lo que esa área respondió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46888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468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ahora el origen de su necesidad: una norma, el servicio gestor, o un acuerdo del órgano de gobierno. Lo que no tiene ninguno de los tres, no entra.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0332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7033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tiene siete epígrafes fijos, y el texto que se copia va dentro de un recuadro. Fuera del recuadro no se copia nada.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93776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«Pruébalo primero»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documento incluye el caso piloto resuelto entero, con su expediente y con lo que hay que rectificar de lo ya redactado.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piloto resuelto de principio a fin.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73736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297680" y="17373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la Intervención, circuito del expediente, caso piloto y anexos con todos los modelos.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0" y="173736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15468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31546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0" y="31546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57200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97680" y="45720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880" y="457200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conjunto de varios meses entre tres personas, cada una desde su oficio, con el Ayuntamiento de Pozuelo de Alarcón como banco de pruebas real.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88720" y="20574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24231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 · Ayuntamiento de Pozuelo de Alarcón  ·  pozuelodealarcon.org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27340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ella nace el proyecto y suya es la primera redacción. Y suyo es el mérito menos visible: llevarlo a los servicios de contratación y jurídicos de su propio ayuntamiento y traer sus objeciones de vuelta enteras.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822960" y="34290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9" name="Text 7"/>
          <p:cNvSpPr/>
          <p:nvPr/>
        </p:nvSpPr>
        <p:spPr>
          <a:xfrm>
            <a:off x="1188720" y="34290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88720" y="37947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e investigador de la Escuela Politécnica Superior · Universidad Francisco de Vitoria  ·  ufv.es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88720" y="41056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mirada del mercado: qué se le puede pedir de verdad a un fabricante de software y qué hará que no se presente. Suya es la idea que resuelve el problema de fondo.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22960" y="4800600"/>
            <a:ext cx="82296" cy="117043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4800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Miguel Ángel Domínguez Castellano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88720" y="5166360"/>
            <a:ext cx="10058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de Add4u · Presidente de Alastria · Presidente del Clúster de Blockchain de la Comunidad de Madrid  ·  miguelangeldominguez.info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188720" y="5477256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perspectiva de quien conoce las dos orillas: la de quien redacta pliegos y la de quien se presenta a ellos. Asume la responsabilidad editorial de la publicación.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22960" y="580644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área de contratación del Ayuntamiento de Pozuelo de Alarcón no figura como autora y sin embargo ha determinado la forma del documento más que ninguna otra aportación: sus tres objeciones son la razón de ser de esta versión.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Uso de inteligencia artificial, y cómo debe usarse esto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417320"/>
            <a:ext cx="10515600" cy="1783080"/>
          </a:xfrm>
          <a:prstGeom prst="roundRect">
            <a:avLst>
              <a:gd name="adj" fmla="val 5128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elaboración de este documento se han utilizado sistemas de inteligencia artificial: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2011680"/>
            <a:ext cx="97840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clon digital («second brain») de Miguel Ángel Domínguez, determinante en la recuperación del material disperso, la investigación jurídica, la verificación de las fuentes, la crítica adversarial del texto y la redacción de los borradores. Las decisiones, el criterio jurídico y la responsabilidad son de las personas que lo firman.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22960" y="333756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declara aunque no sea obligatorio: el art. 50.4 del Reglamento (UE) 2024/1689 exime de divulgarlo cuando hay revisión humana y responsabilidad editorial. Se divulga igualmente, porque un documento que exige transparencia de IA no puede ocultarla en sí mismo.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4160520"/>
            <a:ext cx="10515600" cy="1600200"/>
          </a:xfrm>
          <a:prstGeom prst="roundRect">
            <a:avLst>
              <a:gd name="adj" fmla="val 5714"/>
            </a:avLst>
          </a:prstGeom>
          <a:solidFill>
            <a:srgbClr val="FDF6E6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438912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publica «tal cual» (as is). Se recomienda su lectura y su uso — y con la misma firmeza, NO copiarlo sin entenderlo.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4892040"/>
            <a:ext cx="9784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cláusula copiada sin necesidad acreditada no protege: añade un motivo de recurso. Una exigencia copiada sin contrastar con el mercado no es más ambiciosa, es más restrictiva. Una obligación que nadie verifica es peor que no tenerla.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legal, y no sustituye a los informes preceptivos de ninguna administración.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2026-09-01T13:41:52Z</dcterms:created>
  <dcterms:modified xsi:type="dcterms:W3CDTF">2026-09-01T13:41:52Z</dcterms:modified>
</cp:coreProperties>
</file>