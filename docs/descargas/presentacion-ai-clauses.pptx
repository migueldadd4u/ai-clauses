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problema real y cuatro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por escrito a la crítica de quien tendría que aplicarlo. Lo que esa crítica dijo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10515600" cy="841248"/>
          </a:xfrm>
          <a:prstGeom prst="roundRect">
            <a:avLst>
              <a:gd name="adj" fmla="val 10870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295144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023360" y="2295144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el origen de su necesidad: una norma, el servicio gestor, o un acuerdo del órgano de gobierno. Lo que no tiene ninguno de los tres, no entra.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172968"/>
            <a:ext cx="105156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2783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«El seguimiento real es escaso»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023360" y="3227832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controla no puede imponer instrumentos, pero sí necesita el dato al mismo rango que quien gestiona. De ahí ADM-12: sin tarificar, en formato abierto y con diccionario de datos.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4105656"/>
            <a:ext cx="10515600" cy="841248"/>
          </a:xfrm>
          <a:prstGeom prst="roundRect">
            <a:avLst>
              <a:gd name="adj" fmla="val 10870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1605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023360" y="416052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elegir el contrato piloto, y un subconjunto mínimo de seis cláusulas para empezar. El catálogo entero no entra en el primer expediente.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038344"/>
            <a:ext cx="105156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5093208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«Hay actores que no lo han visto»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023360" y="5093208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preliminar anual, publicación del Anexo V antes de licitar, plazo por encima del mínimo y gradualidad. Si el mercado no puede cumplirlo, la exigencia no entra en el pliego.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objeciones se citan enteras y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ejemplo completo trabajado, de principio a fin, sobre un expediente simulado.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527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297680" y="1527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los órganos de control, circuito del expediente, ejemplo trabajado y anexos con todos los modelos.</a:t>
            </a:r>
            <a:endParaRPr lang="en-US" sz="1280" dirty="0"/>
          </a:p>
        </p:txBody>
      </p:sp>
      <p:sp>
        <p:nvSpPr>
          <p:cNvPr id="6" name="Text 4"/>
          <p:cNvSpPr/>
          <p:nvPr/>
        </p:nvSpPr>
        <p:spPr>
          <a:xfrm>
            <a:off x="9326880" y="1527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70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guía municipal · 20 páginas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297680" y="2670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decidir, motivar, seleccionar, copiar y verificar sin recorrer el catálogo entero.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9326880" y="2670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Concejalía, Contratación, Intervención y TI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13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297680" y="3813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9326880" y="3813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4846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956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297680" y="4956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9326880" y="4956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cinco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965960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188720" y="2212848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88720" y="2423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140" dirty="0"/>
          </a:p>
        </p:txBody>
      </p:sp>
      <p:sp>
        <p:nvSpPr>
          <p:cNvPr id="8" name="Shape 6"/>
          <p:cNvSpPr/>
          <p:nvPr/>
        </p:nvSpPr>
        <p:spPr>
          <a:xfrm>
            <a:off x="822960" y="2935224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935224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3182112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88720" y="339242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822960" y="3904488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904488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188720" y="43616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822960" y="4873752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4873752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Enrique Jiménez y Roberto García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188720" y="5120640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los contratos de innovación · Jefe de informática — Ayuntamiento de Pozuelo de Alarcón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1188720" y="5330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 y supervisores técnicos: han aportado el contraste de la práctica municipal y la supervisión técnica de la formulación contractual.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objeción interna de junio de 2026, con sus cuatro reproches, es la razón de ser de esta versión y está citada y respondida en el cuerpo del documento. Ningún órgano de contratación, intervención o asesoría jurídica se ha pronunciado sobre el catálogo.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2026-09-01T20:56:44Z</dcterms:created>
  <dcterms:modified xsi:type="dcterms:W3CDTF">2026-09-01T20:56:44Z</dcterms:modified>
</cp:coreProperties>
</file>