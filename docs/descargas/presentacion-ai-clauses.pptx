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527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297680" y="1527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280" dirty="0"/>
          </a:p>
        </p:txBody>
      </p:sp>
      <p:sp>
        <p:nvSpPr>
          <p:cNvPr id="6" name="Text 4"/>
          <p:cNvSpPr/>
          <p:nvPr/>
        </p:nvSpPr>
        <p:spPr>
          <a:xfrm>
            <a:off x="9326880" y="1527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670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guía municipal · 20 páginas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4297680" y="2670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decidir, motivar, seleccionar, copiar y verificar sin recorrer el catálogo entero.</a:t>
            </a:r>
            <a:endParaRPr lang="en-US" sz="1280" dirty="0"/>
          </a:p>
        </p:txBody>
      </p:sp>
      <p:sp>
        <p:nvSpPr>
          <p:cNvPr id="10" name="Text 8"/>
          <p:cNvSpPr/>
          <p:nvPr/>
        </p:nvSpPr>
        <p:spPr>
          <a:xfrm>
            <a:off x="9326880" y="2670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Concejalía, Contratación, Intervención y TI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822960" y="3703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3813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4297680" y="3813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9326880" y="3813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822960" y="4846320"/>
            <a:ext cx="10515600" cy="987552"/>
          </a:xfrm>
          <a:prstGeom prst="roundRect">
            <a:avLst>
              <a:gd name="adj" fmla="val 9259"/>
            </a:avLst>
          </a:prstGeom>
          <a:solidFill>
            <a:srgbClr val="EDF1F8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4956048"/>
            <a:ext cx="31089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297680" y="4956048"/>
            <a:ext cx="493776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8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9326880" y="4956048"/>
            <a:ext cx="18288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2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120" dirty="0"/>
          </a:p>
        </p:txBody>
      </p:sp>
      <p:sp>
        <p:nvSpPr>
          <p:cNvPr id="19" name="Text 17"/>
          <p:cNvSpPr/>
          <p:nvPr/>
        </p:nvSpPr>
        <p:spPr>
          <a:xfrm>
            <a:off x="822960" y="6080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cinco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965960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188720" y="2212848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88720" y="2423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140" dirty="0"/>
          </a:p>
        </p:txBody>
      </p:sp>
      <p:sp>
        <p:nvSpPr>
          <p:cNvPr id="8" name="Shape 6"/>
          <p:cNvSpPr/>
          <p:nvPr/>
        </p:nvSpPr>
        <p:spPr>
          <a:xfrm>
            <a:off x="822960" y="2935224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2935224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3182112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88720" y="3392424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822960" y="3904488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904488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188720" y="4151376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1188720" y="436168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140" dirty="0"/>
          </a:p>
        </p:txBody>
      </p:sp>
      <p:sp>
        <p:nvSpPr>
          <p:cNvPr id="16" name="Shape 14"/>
          <p:cNvSpPr/>
          <p:nvPr/>
        </p:nvSpPr>
        <p:spPr>
          <a:xfrm>
            <a:off x="822960" y="4873752"/>
            <a:ext cx="82296" cy="82296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7" name="Text 15"/>
          <p:cNvSpPr/>
          <p:nvPr/>
        </p:nvSpPr>
        <p:spPr>
          <a:xfrm>
            <a:off x="1188720" y="4873752"/>
            <a:ext cx="100584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Enrique Jiménez y Roberto García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188720" y="5120640"/>
            <a:ext cx="10058400" cy="210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Técnicos del área de contratación · Ayuntamiento de Pozuelo de Alarcón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1188720" y="5330952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 y supervisores técnicos: han aportado el contraste de la práctica municipal y la supervisión técnica de la formulación contractual.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8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formuladas desde el área de contratación son la razón de ser de esta versión y están respondidas en el cuerpo del documento.</a:t>
            </a:r>
            <a:endParaRPr lang="en-US" sz="11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2026-09-01T20:49:31Z</dcterms:created>
  <dcterms:modified xsi:type="dcterms:W3CDTF">2026-09-01T20:49:31Z</dcterms:modified>
</cp:coreProperties>
</file>