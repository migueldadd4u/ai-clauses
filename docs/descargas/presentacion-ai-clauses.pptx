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97680" y="1737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0" y="173736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546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1546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31546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572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97680" y="45720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0" y="457200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tres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4231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7340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429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7947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41056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8006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51663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54772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 contratación del Ayuntamiento de Pozuelo de Alarcón no figura como autora y sin embargo ha determinado la forma del documento más que ninguna otra aportación: sus tres objeciones son la razón de ser de esta versión.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2026-09-01T11:05:10Z</dcterms:created>
  <dcterms:modified xsi:type="dcterms:W3CDTF">2026-09-01T11:05:10Z</dcterms:modified>
</cp:coreProperties>
</file>